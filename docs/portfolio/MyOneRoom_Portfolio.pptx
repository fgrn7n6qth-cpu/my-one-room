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41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749808" y="122529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원룸 인테리어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플래너 서비스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68096" y="2816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한눈에 들어오도록 캡쳐를 크게 보여주는 포트폴리오 구성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768096" y="3657600"/>
            <a:ext cx="1243584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730752"/>
            <a:ext cx="12435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Focused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157984" y="3657600"/>
            <a:ext cx="786384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7984" y="3730752"/>
            <a:ext cx="7863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Slides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090672" y="3657600"/>
            <a:ext cx="1078992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3730752"/>
            <a:ext cx="10789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/ 3D / AI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650992" y="749808"/>
            <a:ext cx="5742432" cy="4882896"/>
          </a:xfrm>
          <a:prstGeom prst="roundRect">
            <a:avLst>
              <a:gd name="adj" fmla="val 374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13" name="Image 0" descr="D:\room-planner\artifacts\ppt-media\image-1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778079"/>
            <a:ext cx="5742432" cy="282635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" y="636422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Spring Boot · Three.js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목표와 핵심 기능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4944" y="1325880"/>
            <a:ext cx="3200400" cy="442569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6824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정의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87552" y="213969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원룸 사용자가 가구 배치, 공간감 확인, 추천 가구 탐색을 한 번에 처리할 수 있는 웹 기반 인테리어 플래너입니다.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024128" y="3438144"/>
            <a:ext cx="23957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공간의 배치 실패 비용 감소</a:t>
            </a:r>
            <a:endParaRPr lang="en-US" sz="820" dirty="0"/>
          </a:p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2D와 3D를 오가며 빠른 검토</a:t>
            </a:r>
            <a:endParaRPr lang="en-US" sz="820" dirty="0"/>
          </a:p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Pick으로 구매 후보까지 제안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261104" y="1316736"/>
            <a:ext cx="7168896" cy="4443984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12" name="Image 0" descr="D:\room-planner\artifacts\ppt-media\image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1774625"/>
            <a:ext cx="7168896" cy="35282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플로우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포트폴리오에서 보여줄 화면 순서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572768"/>
            <a:ext cx="2267712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7739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1078992" y="2103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572768"/>
            <a:ext cx="2267712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312" y="17739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3877056" y="2103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2267712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17739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0848" y="1572768"/>
            <a:ext cx="2267712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17739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9473184" y="2103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" y="3401568"/>
            <a:ext cx="2267712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6027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1078992" y="39319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3401568"/>
            <a:ext cx="2267712" cy="1207008"/>
          </a:xfrm>
          <a:prstGeom prst="roundRect">
            <a:avLst>
              <a:gd name="adj" fmla="val 12121"/>
            </a:avLst>
          </a:prstGeom>
          <a:solidFill>
            <a:srgbClr val="EAF4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39312" y="36027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3877056" y="39319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편집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72784" y="3401568"/>
            <a:ext cx="2267712" cy="1207008"/>
          </a:xfrm>
          <a:prstGeom prst="roundRect">
            <a:avLst>
              <a:gd name="adj" fmla="val 12121"/>
            </a:avLst>
          </a:prstGeom>
          <a:solidFill>
            <a:srgbClr val="EAF4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37376" y="36027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675120" y="39319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3D/뷰어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70848" y="3401568"/>
            <a:ext cx="2267712" cy="1207008"/>
          </a:xfrm>
          <a:prstGeom prst="roundRect">
            <a:avLst>
              <a:gd name="adj" fmla="val 12121"/>
            </a:avLst>
          </a:prstGeom>
          <a:solidFill>
            <a:srgbClr val="EAF4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35440" y="36027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9473184" y="39319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" y="5504688"/>
            <a:ext cx="10369296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5650992"/>
            <a:ext cx="9418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하나당 슬라이드 하나로 분리해 캡쳐를 크게 보여주고, 설명은 최소한만 남겼습니다.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737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17627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인증 화면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41248" y="30723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로그인, 회원가입, 비밀번호 재설정, 가입 완료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로그인과 소셜 로그인 진입점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078992"/>
            <a:ext cx="6492240" cy="5074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004387"/>
            <a:ext cx="6492240" cy="32241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정렬 폼 · 소셜 로그인 CTA · 회원가입/비밀번호 재설정 연결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 기반 계정 생성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078992"/>
            <a:ext cx="6492240" cy="5074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6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006917"/>
            <a:ext cx="6492240" cy="321906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이름/이메일/비밀번호 입력 · 중복 확인과 인증코드 전송 · 동일한 인증 화면 톤 유지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Signup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재설정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복구 플로우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078992"/>
            <a:ext cx="6492240" cy="5074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6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018752"/>
            <a:ext cx="6492240" cy="319539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기반 재설정 · 인증코드와 새 비밀번호 입력 · 로그인 복귀 경로 제공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완료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생성 후 다음 행동 안내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078992"/>
            <a:ext cx="6492240" cy="507492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017062"/>
            <a:ext cx="6492240" cy="319878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생성 완료 안내 · 계속하기 CTA · 로그인 필요 안내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Complete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737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17627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홈과 계정 정보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41248" y="30723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 저장, 메인, 내 정보, 회원탈퇴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 저장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로그인 후 프로필 보완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30" y="1078992"/>
            <a:ext cx="10053949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이름/전화번호/주소 등록 · 주소 검색 팝업 연동 · 원룸 저장 전 기본 정보 보완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Address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진입 허브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75" y="1078992"/>
            <a:ext cx="10107259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원룸 시작 CTA · 최근 원룸 이어하기 · 프로젝트/내 정보 탭 이동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CTA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정보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확인과 수정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1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466" y="1078992"/>
            <a:ext cx="7476876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정보 확인 · 수정 폼과 주소 검색 · 회원탈퇴 영역 분리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Account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회원탈퇴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행동 보호 장치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060704"/>
            <a:ext cx="5897880" cy="5010912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1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20915"/>
            <a:ext cx="5897880" cy="309048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68896" y="1591056"/>
            <a:ext cx="361188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79792" y="1865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7516368" y="2249424"/>
            <a:ext cx="2651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탈퇴 방지</a:t>
            </a:r>
            <a:endParaRPr lang="en-US" sz="820" dirty="0"/>
          </a:p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문구 입력 확인</a:t>
            </a:r>
            <a:endParaRPr lang="en-US" sz="820" dirty="0"/>
          </a:p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범위 안내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7516368" y="3895344"/>
            <a:ext cx="1060704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16368" y="3968496"/>
            <a:ext cx="10607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Danger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737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17627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프로젝트 관리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41248" y="30723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원룸 생성, 목록, 상세 편집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원룸 선택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시작 템플릿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060704"/>
            <a:ext cx="5897880" cy="5010912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13784"/>
            <a:ext cx="5897880" cy="41047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68896" y="1591056"/>
            <a:ext cx="361188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79792" y="1865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7516368" y="2249424"/>
            <a:ext cx="2651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평수별 원룸 템플릿</a:t>
            </a:r>
            <a:endParaRPr lang="en-US" sz="820" dirty="0"/>
          </a:p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원룸 만들기</a:t>
            </a:r>
            <a:endParaRPr lang="en-US" sz="820" dirty="0"/>
          </a:p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프로젝트 시작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7516368" y="3895344"/>
            <a:ext cx="1060704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16368" y="3968496"/>
            <a:ext cx="10607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원룸 관리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3342" y="1078992"/>
            <a:ext cx="4393124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꾸민 원룸 목록 · 선택 프로젝트 상세 편집 · 꾸미기 시작/계속하기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737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17627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2D 편집 화면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41248" y="30723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 선택과 배치 중심의 작업 화면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빈 배치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전 상태 안내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1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67" y="1078992"/>
            <a:ext cx="10032274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상태 안내 메시지 · 왼쪽 카탈로그 선택 유도 · AI Pick 추천 제공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가구 배치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선택과 조작 중심 편집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1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02" y="1078992"/>
            <a:ext cx="10074605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외곽선과 핸들 · 2D/3D 모드 전환 · 정렬/삭제 컨트롤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Placement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Editor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Pick 패널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방 상태 기반 추천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060704"/>
            <a:ext cx="5897880" cy="5010912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1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861" y="1060704"/>
            <a:ext cx="2276958" cy="50109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68896" y="1591056"/>
            <a:ext cx="361188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79792" y="1865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7516368" y="2249424"/>
            <a:ext cx="2651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상태 진단</a:t>
            </a:r>
            <a:endParaRPr lang="en-US" sz="820" dirty="0"/>
          </a:p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사유와 검색어</a:t>
            </a:r>
            <a:endParaRPr lang="en-US" sz="820" dirty="0"/>
          </a:p>
          <a:p>
            <a:r>
              <a:rPr lang="en-US" sz="820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배치/쿠팡 검색 연결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7516368" y="3895344"/>
            <a:ext cx="1060704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16368" y="3968496"/>
            <a:ext cx="10607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8759952" y="3895344"/>
            <a:ext cx="1060704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9952" y="3968496"/>
            <a:ext cx="10607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</a:t>
            </a:r>
            <a:endParaRPr lang="en-US" sz="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0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737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17627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3D와 뷰어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41248" y="30723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결과를 공간감 있게 확인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편집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배치를 입체 공간으로 확인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1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38" y="1078992"/>
            <a:ext cx="10027132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배치를 3D로 변환 · 벽/바닥/창문/조명 구성 · 가구 접지 보정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뷰어 모드 화면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시점 둘러보기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1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10" y="1078992"/>
            <a:ext cx="10106587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시점 카메라 · WASD/방향키와 드래그 · 편집 모드와 체험 모드 분리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Viewer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Camera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검색 연결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추천에서 구매 탐색으로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1045952" cy="497433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8" name="Image 0" descr="D:\room-planner\artifacts\ppt-media\image-1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6" y="1078992"/>
            <a:ext cx="10006636" cy="4974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5870448"/>
            <a:ext cx="10131552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6025896"/>
            <a:ext cx="7589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키워드 검색 URL 연결 · API 없이 MVP 검증 · 파트너스 API 확장 가능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42832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0878E6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42832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619488" y="5980176"/>
            <a:ext cx="585216" cy="274320"/>
          </a:xfrm>
          <a:prstGeom prst="roundRect">
            <a:avLst>
              <a:gd name="adj" fmla="val 40000"/>
            </a:avLst>
          </a:prstGeom>
          <a:solidFill>
            <a:srgbClr val="EAF4FF"/>
          </a:solidFill>
          <a:ln w="12700">
            <a:solidFill>
              <a:srgbClr val="DCE4E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19488" y="605332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Coupang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0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737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17627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구현 정리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41248" y="30723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기술, 문제 해결, 회고</a:t>
            </a:r>
            <a:endParaRPr lang="en-US" sz="11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뒤에서 동작하는 주요 구현 요소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408176"/>
            <a:ext cx="482803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5910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395728" y="15910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React, Vite, CSS 기반 컴포넌트 화면 구성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108192" y="1408176"/>
            <a:ext cx="4828032" cy="91440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5910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Rendering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754112" y="15910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Three Fiber와 Three.js로 방/가구 시각화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49808" y="2852928"/>
            <a:ext cx="482803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395728" y="3035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 배치, 선택 상태, 프로젝트 데이터를 하나의 흐름으로 관리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108192" y="2852928"/>
            <a:ext cx="482803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45936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54112" y="3035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기반 회원, 인증, 프로젝트 API 구성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49808" y="4297680"/>
            <a:ext cx="482803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7552" y="44805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395728" y="44805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미니멀 톤, 명확한 CTA, 상태 안내를 화면 전체에 통일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108192" y="4297680"/>
            <a:ext cx="4828032" cy="91440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45936" y="44805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Recommendation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754112" y="44805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상태 기반 추천 문구와 쿠팡 검색 URL 연결</a:t>
            </a:r>
            <a:endParaRPr lang="en-US" sz="8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ONE ROOM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3776" y="859536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중 직접 개선한 문제들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1064240" y="4389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10259568" cy="80467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25296" y="17190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 공중 부양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3401568" y="171907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배치에서 가구가 바닥에서 뜨는 문제를 타입별 높이와 지지면 계산으로 보정했습니다.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914400" y="2596896"/>
            <a:ext cx="10259568" cy="804672"/>
          </a:xfrm>
          <a:prstGeom prst="roundRect">
            <a:avLst>
              <a:gd name="adj" fmla="val 18182"/>
            </a:avLst>
          </a:prstGeom>
          <a:solidFill>
            <a:srgbClr val="EAF4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25296" y="28346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뷰어 모드 미동작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3401568" y="283464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투어 카메라가 실제 렌더링 카메라로 등록되도록 연결 구조를 수정했습니다.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914400" y="3712464"/>
            <a:ext cx="10259568" cy="80467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25296" y="3950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톤 불일치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3401568" y="395020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화면에서 시작한 미니멀 톤을 홈, 프로젝트, 내 정보, 에디터까지 확장했습니다.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7498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4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회고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CRUD를 넘어 사용자가 직접 방을 꾸미고, 3D로 확인하고, 추천까지 받을 수 있는 인터랙티브 서비스로 확장했습니다.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9536" y="2505456"/>
            <a:ext cx="5065776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5568" y="270662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2249424" y="2706624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로그인부터 프로젝트 저장, 2D/3D 편집까지 한 흐름 완성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859536" y="3474720"/>
            <a:ext cx="5065776" cy="658368"/>
          </a:xfrm>
          <a:prstGeom prst="roundRect">
            <a:avLst>
              <a:gd name="adj" fmla="val 22222"/>
            </a:avLst>
          </a:prstGeom>
          <a:solidFill>
            <a:srgbClr val="EAF4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" y="367588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249424" y="3675888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추천과 쇼핑 검색으로 서비스 경험 확장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859536" y="4443984"/>
            <a:ext cx="5065776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15568" y="464515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249424" y="4645152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6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상품 API, 정교한 3D 모델, 반응형 고도화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419088" y="1060704"/>
            <a:ext cx="4663440" cy="4041648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C8D2DE">
                <a:alpha val="13000"/>
              </a:srgbClr>
            </a:outerShdw>
          </a:effectLst>
        </p:spPr>
      </p:sp>
      <p:pic>
        <p:nvPicPr>
          <p:cNvPr id="15" name="Image 0" descr="D:\room-planner\artifacts\ppt-media\image-1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1933885"/>
            <a:ext cx="4663440" cy="229528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918704" y="5742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8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One Room Portfolio Visual Focused</dc:title>
  <dc:subject>Screen-focused portfolio</dc:subject>
  <dc:creator>My One Room</dc:creator>
  <cp:lastModifiedBy>My One Room</cp:lastModifiedBy>
  <cp:revision>1</cp:revision>
  <dcterms:created xsi:type="dcterms:W3CDTF">2026-04-28T07:35:30Z</dcterms:created>
  <dcterms:modified xsi:type="dcterms:W3CDTF">2026-04-28T07:35:30Z</dcterms:modified>
</cp:coreProperties>
</file>