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3" name="Image 0" descr="D:\room-planner\artifacts\ppt-media\image-1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41992"/>
            <a:ext cx="6172200" cy="306195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230368" y="438912"/>
            <a:ext cx="6309360" cy="5504688"/>
          </a:xfrm>
          <a:prstGeom prst="roundRect">
            <a:avLst>
              <a:gd name="adj" fmla="val 3322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7863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7B9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1225296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배치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2D/3D 플래너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768096" y="30632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8E3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 배치, 3D 미리보기, 추천 검색 흐름까지 연결한 공간 배치 웹 서비스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8096" y="3822192"/>
            <a:ext cx="822960" cy="310896"/>
          </a:xfrm>
          <a:prstGeom prst="roundRect">
            <a:avLst>
              <a:gd name="adj" fmla="val 35294"/>
            </a:avLst>
          </a:prstGeom>
          <a:solidFill>
            <a:srgbClr val="0878E6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3840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55648" y="3822192"/>
            <a:ext cx="1143000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55648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054096" y="3822192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54096" y="38404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Three.js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49808" y="4590288"/>
            <a:ext cx="4389120" cy="786384"/>
          </a:xfrm>
          <a:prstGeom prst="roundRect">
            <a:avLst>
              <a:gd name="adj" fmla="val 16279"/>
            </a:avLst>
          </a:prstGeom>
          <a:solidFill>
            <a:srgbClr val="172B42"/>
          </a:solidFill>
          <a:ln w="12700">
            <a:solidFill>
              <a:srgbClr val="2E476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4754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B9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흐름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993392" y="47548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생성 → 2D 편집 → 3D 확인 → 추천 검색</a:t>
            </a:r>
            <a:endParaRPr lang="en-US" sz="11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가구 배치를 빠르게 만들고 결과를 확인하는 서비스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72768"/>
            <a:ext cx="3337560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41832" y="1783080"/>
            <a:ext cx="402336" cy="40233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1856232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90472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" y="2322576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원룸은 공간이 좁아 가구 배치 실패 비용이 큽니다. 구매 전 배치와 동선을 먼저 확인할 수 있어야 합니다.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462272" y="1572768"/>
            <a:ext cx="3337560" cy="1874520"/>
          </a:xfrm>
          <a:prstGeom prst="roundRect">
            <a:avLst>
              <a:gd name="adj" fmla="val 8780"/>
            </a:avLst>
          </a:prstGeom>
          <a:solidFill>
            <a:srgbClr val="EAF4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18304" y="1783080"/>
            <a:ext cx="402336" cy="402336"/>
          </a:xfrm>
          <a:prstGeom prst="ellipse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18304" y="1856232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266944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754880" y="2322576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방 크기를 고르고, 가구를 배치한 뒤 2D와 3D로 같은 결과를 확인하게 만들었습니다.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38744" y="1572768"/>
            <a:ext cx="3337560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94776" y="1783080"/>
            <a:ext cx="402336" cy="402336"/>
          </a:xfrm>
          <a:prstGeom prst="ellipse">
            <a:avLst/>
          </a:prstGeom>
          <a:solidFill>
            <a:srgbClr val="10A37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94776" y="1856232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43416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531352" y="2322576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상태를 분석해 부족한 가구를 추천하고, 상품 검색까지 이어지는 흐름을 구성했습니다.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60120" y="3794760"/>
            <a:ext cx="10149840" cy="2395728"/>
          </a:xfrm>
          <a:prstGeom prst="roundRect">
            <a:avLst>
              <a:gd name="adj" fmla="val 6870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pic>
        <p:nvPicPr>
          <p:cNvPr id="25" name="Image 0" descr="D:\room-planner\artifacts\ppt-media\image-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7137" y="3794760"/>
            <a:ext cx="2115806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흐름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회원가입부터 배치 결과 확인까지 하나의 서비스 흐름으로 연결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572768"/>
            <a:ext cx="3246120" cy="1115568"/>
          </a:xfrm>
          <a:prstGeom prst="roundRect">
            <a:avLst>
              <a:gd name="adj" fmla="val 14754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41248" y="1810512"/>
            <a:ext cx="530352" cy="530352"/>
          </a:xfrm>
          <a:prstGeom prst="ellipse">
            <a:avLst/>
          </a:prstGeom>
          <a:solidFill>
            <a:srgbClr val="10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1929384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17556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219456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/ 소셜 로그인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34840" y="1572768"/>
            <a:ext cx="3246120" cy="1115568"/>
          </a:xfrm>
          <a:prstGeom prst="roundRect">
            <a:avLst>
              <a:gd name="adj" fmla="val 14754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36008" y="1810512"/>
            <a:ext cx="530352" cy="530352"/>
          </a:xfrm>
          <a:prstGeom prst="ellipse">
            <a:avLst/>
          </a:prstGeom>
          <a:solidFill>
            <a:srgbClr val="10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36008" y="1929384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57800" y="17556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19456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정보 저장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1572768"/>
            <a:ext cx="3246120" cy="1115568"/>
          </a:xfrm>
          <a:prstGeom prst="roundRect">
            <a:avLst>
              <a:gd name="adj" fmla="val 14754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30768" y="1810512"/>
            <a:ext cx="530352" cy="530352"/>
          </a:xfrm>
          <a:prstGeom prst="ellipse">
            <a:avLst/>
          </a:prstGeom>
          <a:solidFill>
            <a:srgbClr val="10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30768" y="1929384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52560" y="17556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생성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52560" y="219456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평수 선택 후 시작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3145536"/>
            <a:ext cx="3246120" cy="1115568"/>
          </a:xfrm>
          <a:prstGeom prst="roundRect">
            <a:avLst>
              <a:gd name="adj" fmla="val 14754"/>
            </a:avLst>
          </a:prstGeom>
          <a:solidFill>
            <a:srgbClr val="EAF4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41248" y="3383280"/>
            <a:ext cx="530352" cy="530352"/>
          </a:xfrm>
          <a:prstGeom prst="ellipse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350215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63040" y="332841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편집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463040" y="376732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 배치와 조작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34840" y="3145536"/>
            <a:ext cx="3246120" cy="1115568"/>
          </a:xfrm>
          <a:prstGeom prst="roundRect">
            <a:avLst>
              <a:gd name="adj" fmla="val 14754"/>
            </a:avLst>
          </a:prstGeom>
          <a:solidFill>
            <a:srgbClr val="EAF4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36008" y="3383280"/>
            <a:ext cx="530352" cy="530352"/>
          </a:xfrm>
          <a:prstGeom prst="ellipse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36008" y="350215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257800" y="332841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확인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257800" y="376732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공간감 있는 미리보기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29600" y="3145536"/>
            <a:ext cx="3246120" cy="1115568"/>
          </a:xfrm>
          <a:prstGeom prst="roundRect">
            <a:avLst>
              <a:gd name="adj" fmla="val 14754"/>
            </a:avLst>
          </a:prstGeom>
          <a:solidFill>
            <a:srgbClr val="EAF4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430768" y="3383280"/>
            <a:ext cx="530352" cy="530352"/>
          </a:xfrm>
          <a:prstGeom prst="ellipse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30768" y="350215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052560" y="332841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검색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052560" y="376732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가구 추천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143000" y="5532120"/>
            <a:ext cx="9875520" cy="50292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417320" y="565099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화면은 독립된 기능이 아니라, 실제 사용자가 원룸을 만들고 배치를 완성하는 흐름으로 이어집니다.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/ 회원가입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인증과 소셜 로그인 진입 화면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444752"/>
            <a:ext cx="4462272" cy="47731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pic>
        <p:nvPicPr>
          <p:cNvPr id="10" name="Image 0" descr="D:\room-planner\artifacts\ppt-media\image-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05064"/>
            <a:ext cx="4133088" cy="205254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376672" y="1737360"/>
            <a:ext cx="5532120" cy="370332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376672" y="1737360"/>
            <a:ext cx="109728" cy="3703320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79008" y="20482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포인트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797296" y="2816352"/>
            <a:ext cx="146304" cy="146304"/>
          </a:xfrm>
          <a:prstGeom prst="ellipse">
            <a:avLst/>
          </a:prstGeom>
          <a:solidFill>
            <a:srgbClr val="10A37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53328" y="27432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로그인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797296" y="3383280"/>
            <a:ext cx="146304" cy="146304"/>
          </a:xfrm>
          <a:prstGeom prst="ellipse">
            <a:avLst/>
          </a:prstGeom>
          <a:solidFill>
            <a:srgbClr val="10A37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331012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 CTA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797296" y="3950208"/>
            <a:ext cx="146304" cy="146304"/>
          </a:xfrm>
          <a:prstGeom prst="ellipse">
            <a:avLst/>
          </a:prstGeom>
          <a:solidFill>
            <a:srgbClr val="10A37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8770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/ 비밀번호 재설정 연결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등록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기본 정보 저장 및 주소 검색 흐름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53312"/>
            <a:ext cx="11265408" cy="4498848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1517904"/>
            <a:ext cx="10936224" cy="228600"/>
          </a:xfrm>
          <a:prstGeom prst="rect">
            <a:avLst/>
          </a:prstGeom>
          <a:solidFill>
            <a:srgbClr val="EEF4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600200"/>
            <a:ext cx="64008" cy="6400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1600200"/>
            <a:ext cx="64008" cy="6400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1600200"/>
            <a:ext cx="64008" cy="6400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4" name="Image 0" descr="D:\room-planner\artifacts\ppt-media\image-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4858" y="1737360"/>
            <a:ext cx="7910092" cy="39136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0080" y="5943600"/>
            <a:ext cx="10927080" cy="548640"/>
          </a:xfrm>
          <a:prstGeom prst="roundRect">
            <a:avLst>
              <a:gd name="adj" fmla="val 23333"/>
            </a:avLst>
          </a:prstGeom>
          <a:solidFill>
            <a:srgbClr val="102033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6080760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EAF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이름, 연락처, 주소 등록   ·   주소 검색 연동   ·   최초 로그인 후 정보 보완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화면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원룸 시작과 최근 작업 이어가기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53312"/>
            <a:ext cx="11265408" cy="4498848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1517904"/>
            <a:ext cx="10936224" cy="228600"/>
          </a:xfrm>
          <a:prstGeom prst="rect">
            <a:avLst/>
          </a:prstGeom>
          <a:solidFill>
            <a:srgbClr val="EEF4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600200"/>
            <a:ext cx="64008" cy="6400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1600200"/>
            <a:ext cx="64008" cy="6400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1600200"/>
            <a:ext cx="64008" cy="6400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4" name="Image 0" descr="D:\room-planner\artifacts\ppt-media\image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3887" y="1737360"/>
            <a:ext cx="7952034" cy="39136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0080" y="5943600"/>
            <a:ext cx="10927080" cy="548640"/>
          </a:xfrm>
          <a:prstGeom prst="roundRect">
            <a:avLst>
              <a:gd name="adj" fmla="val 23333"/>
            </a:avLst>
          </a:prstGeom>
          <a:solidFill>
            <a:srgbClr val="102033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6080760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EAF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원룸 만들기   ·   최근 프로젝트 이어가기   ·   계정 / 프로젝트 이동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프로젝트 생성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7평부터 10평까지 템플릿 기반으로 빠르게 시작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53312"/>
            <a:ext cx="11265408" cy="4498848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1517904"/>
            <a:ext cx="10936224" cy="228600"/>
          </a:xfrm>
          <a:prstGeom prst="rect">
            <a:avLst/>
          </a:prstGeom>
          <a:solidFill>
            <a:srgbClr val="EEF4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600200"/>
            <a:ext cx="64008" cy="6400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1600200"/>
            <a:ext cx="64008" cy="6400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1600200"/>
            <a:ext cx="64008" cy="6400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4" name="Image 0" descr="D:\room-planner\artifacts\ppt-media\image-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268" y="1737360"/>
            <a:ext cx="5623271" cy="39136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0080" y="5943600"/>
            <a:ext cx="10927080" cy="548640"/>
          </a:xfrm>
          <a:prstGeom prst="roundRect">
            <a:avLst>
              <a:gd name="adj" fmla="val 23333"/>
            </a:avLst>
          </a:prstGeom>
          <a:solidFill>
            <a:srgbClr val="102033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6080760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EAF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평수별 템플릿   ·   바로 시작   ·   프로젝트 생성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관리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꾸민 원룸과 선택 프로젝트 상세 관리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53312"/>
            <a:ext cx="11265408" cy="4498848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1517904"/>
            <a:ext cx="10936224" cy="228600"/>
          </a:xfrm>
          <a:prstGeom prst="rect">
            <a:avLst/>
          </a:prstGeom>
          <a:solidFill>
            <a:srgbClr val="EEF4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600200"/>
            <a:ext cx="64008" cy="6400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1600200"/>
            <a:ext cx="64008" cy="6400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1600200"/>
            <a:ext cx="64008" cy="6400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4" name="Image 0" descr="D:\room-planner\artifacts\ppt-media\image-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1727" y="1737360"/>
            <a:ext cx="3456355" cy="39136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0080" y="5943600"/>
            <a:ext cx="10927080" cy="548640"/>
          </a:xfrm>
          <a:prstGeom prst="roundRect">
            <a:avLst>
              <a:gd name="adj" fmla="val 23333"/>
            </a:avLst>
          </a:prstGeom>
          <a:solidFill>
            <a:srgbClr val="102033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6080760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EAF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프로젝트 목록   ·   프로젝트 정보 수정   ·   꾸미기 계속하기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배치 편집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 선택, 이동, 회전, 크기 조절 중심의 편집 화면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53312"/>
            <a:ext cx="11265408" cy="4498848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1517904"/>
            <a:ext cx="10936224" cy="228600"/>
          </a:xfrm>
          <a:prstGeom prst="rect">
            <a:avLst/>
          </a:prstGeom>
          <a:solidFill>
            <a:srgbClr val="EEF4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600200"/>
            <a:ext cx="64008" cy="6400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1600200"/>
            <a:ext cx="64008" cy="6400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1600200"/>
            <a:ext cx="64008" cy="6400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4" name="Image 0" descr="D:\room-planner\artifacts\ppt-media\image-1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732" y="1737360"/>
            <a:ext cx="7926343" cy="39136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0080" y="5943600"/>
            <a:ext cx="10927080" cy="548640"/>
          </a:xfrm>
          <a:prstGeom prst="roundRect">
            <a:avLst>
              <a:gd name="adj" fmla="val 23333"/>
            </a:avLst>
          </a:prstGeom>
          <a:solidFill>
            <a:srgbClr val="102033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6080760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EAF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 카탈로그   ·   2D 배치 조작   ·   상태 요약 / AI Pick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미리보기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배치 데이터를 3D 공간으로 시각화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53312"/>
            <a:ext cx="11265408" cy="4498848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1517904"/>
            <a:ext cx="10936224" cy="228600"/>
          </a:xfrm>
          <a:prstGeom prst="rect">
            <a:avLst/>
          </a:prstGeom>
          <a:solidFill>
            <a:srgbClr val="EEF4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600200"/>
            <a:ext cx="64008" cy="6400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1600200"/>
            <a:ext cx="64008" cy="6400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1600200"/>
            <a:ext cx="64008" cy="6400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4" name="Image 0" descr="D:\room-planner\artifacts\ppt-media\image-1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5407" y="1737360"/>
            <a:ext cx="7888993" cy="39136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0080" y="5943600"/>
            <a:ext cx="10927080" cy="548640"/>
          </a:xfrm>
          <a:prstGeom prst="roundRect">
            <a:avLst>
              <a:gd name="adj" fmla="val 23333"/>
            </a:avLst>
          </a:prstGeom>
          <a:solidFill>
            <a:srgbClr val="102033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6080760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EAF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배치 데이터 사용   ·   3D 공간 확인   ·   가구 높이 보정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투어 보기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시점에서 원룸 내부를 둘러보는 화면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53312"/>
            <a:ext cx="11265408" cy="4498848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1517904"/>
            <a:ext cx="10936224" cy="228600"/>
          </a:xfrm>
          <a:prstGeom prst="rect">
            <a:avLst/>
          </a:prstGeom>
          <a:solidFill>
            <a:srgbClr val="EEF4F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600200"/>
            <a:ext cx="64008" cy="6400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1600200"/>
            <a:ext cx="64008" cy="6400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1600200"/>
            <a:ext cx="64008" cy="6400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4" name="Image 0" descr="D:\room-planner\artifacts\ppt-media\image-2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4151" y="1737360"/>
            <a:ext cx="7951506" cy="39136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0080" y="5943600"/>
            <a:ext cx="10927080" cy="548640"/>
          </a:xfrm>
          <a:prstGeom prst="roundRect">
            <a:avLst>
              <a:gd name="adj" fmla="val 23333"/>
            </a:avLst>
          </a:prstGeom>
          <a:solidFill>
            <a:srgbClr val="102033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6080760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EAF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투어 카메라   ·   사용자 시점   ·   편집 모드와 분리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Pick / 상품 검색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상태 기반 추천과 외부 상품 검색 연결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444752"/>
            <a:ext cx="4462272" cy="47731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pic>
        <p:nvPicPr>
          <p:cNvPr id="10" name="Image 0" descr="D:\room-planner\artifacts\ppt-media\image-1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141" y="1627632"/>
            <a:ext cx="2002726" cy="44074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376672" y="1737360"/>
            <a:ext cx="5532120" cy="370332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376672" y="1737360"/>
            <a:ext cx="109728" cy="3703320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79008" y="20482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포인트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797296" y="2816352"/>
            <a:ext cx="146304" cy="146304"/>
          </a:xfrm>
          <a:prstGeom prst="ellipse">
            <a:avLst/>
          </a:prstGeom>
          <a:solidFill>
            <a:srgbClr val="10A37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53328" y="27432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가구 추천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797296" y="3383280"/>
            <a:ext cx="146304" cy="146304"/>
          </a:xfrm>
          <a:prstGeom prst="ellipse">
            <a:avLst/>
          </a:prstGeom>
          <a:solidFill>
            <a:srgbClr val="10A37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331012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사유 표시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797296" y="3950208"/>
            <a:ext cx="146304" cy="146304"/>
          </a:xfrm>
          <a:prstGeom prst="ellipse">
            <a:avLst/>
          </a:prstGeom>
          <a:solidFill>
            <a:srgbClr val="10A37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8770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검색 연결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포인트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설명에서 강조하기 좋은 기술적 선택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1417320"/>
            <a:ext cx="4892040" cy="1353312"/>
          </a:xfrm>
          <a:prstGeom prst="roundRect">
            <a:avLst>
              <a:gd name="adj" fmla="val 9459"/>
            </a:avLst>
          </a:prstGeom>
          <a:solidFill>
            <a:srgbClr val="EAF4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24128" y="16367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2D/3D 상태 공유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24128" y="208483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 위치, 회전, 크기, 방 크기를 하나의 레이아웃 데이터로 관리해 화면 전환 시 상태가 유지됩니다.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90488" y="1417320"/>
            <a:ext cx="4892040" cy="1353312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64808" y="16367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 로직 분리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64808" y="208483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 추가, 이동, 삭제, 복제 같은 기능을 planner 모듈과 hook으로 분리했습니다.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49808" y="3264408"/>
            <a:ext cx="4892040" cy="1353312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4128" y="34838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저장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24128" y="3931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사용자 기준으로 작업공간 상태를 저장하고 다시 불러오는 흐름을 구성했습니다.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190488" y="3264408"/>
            <a:ext cx="4892040" cy="1353312"/>
          </a:xfrm>
          <a:prstGeom prst="roundRect">
            <a:avLst>
              <a:gd name="adj" fmla="val 9459"/>
            </a:avLst>
          </a:prstGeom>
          <a:solidFill>
            <a:srgbClr val="EAF4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64808" y="34838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흐름 구현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64808" y="3931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상태를 분석해 부족한 가구를 추천하고 외부 상품 검색으로 연결했습니다.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"/>
            <a:ext cx="12191695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878E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2194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PLANNER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475488"/>
            <a:ext cx="8961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프론트엔드, 백엔드, 3D 렌더링을 함께 구성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402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234440"/>
            <a:ext cx="111556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17320"/>
            <a:ext cx="4663440" cy="1389888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15568" y="1618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115568" y="216712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218541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41448" y="216712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41448" y="218541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JavaScript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67328" y="216712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67328" y="218541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15568" y="2569464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5568" y="258775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41448" y="2569464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48" y="258775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1417320"/>
            <a:ext cx="4663440" cy="1389888"/>
          </a:xfrm>
          <a:prstGeom prst="roundRect">
            <a:avLst>
              <a:gd name="adj" fmla="val 9211"/>
            </a:avLst>
          </a:prstGeom>
          <a:solidFill>
            <a:srgbClr val="EAF4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64808" y="1618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/ Canvas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6464808" y="216712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64808" y="218541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90688" y="216712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218541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@react-three/fiber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116568" y="216712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16568" y="218541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camera mode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64808" y="2569464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64808" y="258775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tour view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3337560"/>
            <a:ext cx="4663440" cy="1389888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5568" y="35387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115568" y="408736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15568" y="4105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441448" y="408736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41448" y="4105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67328" y="408736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67328" y="4105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15568" y="4489704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15568" y="450799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172200" y="3337560"/>
            <a:ext cx="4663440" cy="1389888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25400" dist="50800" dir="2700000">
              <a:srgbClr val="BCC8D6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64808" y="35387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/ Auth</a:t>
            </a:r>
            <a:endParaRPr lang="en-US" sz="2100" dirty="0"/>
          </a:p>
        </p:txBody>
      </p:sp>
      <p:sp>
        <p:nvSpPr>
          <p:cNvPr id="43" name="Shape 41"/>
          <p:cNvSpPr/>
          <p:nvPr/>
        </p:nvSpPr>
        <p:spPr>
          <a:xfrm>
            <a:off x="6464808" y="408736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64808" y="4105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90688" y="408736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90688" y="4105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workspace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116568" y="4087368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16568" y="4105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464808" y="4489704"/>
            <a:ext cx="1078992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64808" y="450799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 verification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room-planner\artifacts\ppt-media\image-2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986320"/>
            <a:ext cx="5212080" cy="25653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82296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7B9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77240" y="1417320"/>
            <a:ext cx="4389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생성부터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2D/3D 배치,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검색까지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D8E3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CRUD가 아니라 사용자가 직접 배치하고 결과를 확인하는 인터랙티브 서비스 흐름을 구현했습니다.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4572000"/>
            <a:ext cx="868680" cy="310896"/>
          </a:xfrm>
          <a:prstGeom prst="roundRect">
            <a:avLst>
              <a:gd name="adj" fmla="val 35294"/>
            </a:avLst>
          </a:prstGeom>
          <a:solidFill>
            <a:srgbClr val="0878E6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45902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47088" y="4572000"/>
            <a:ext cx="868680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47088" y="45902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871216" y="4572000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71216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View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50208" y="4572000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EAF4FF"/>
          </a:solidFill>
          <a:ln w="12700">
            <a:solidFill>
              <a:srgbClr val="D7E0E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950208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78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Pick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Room Planner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 Planner Portfolio</dc:title>
  <dc:subject>Room Planner portfolio</dc:subject>
  <dc:creator>Room Planner</dc:creator>
  <cp:lastModifiedBy>Room Planner</cp:lastModifiedBy>
  <cp:revision>1</cp:revision>
  <dcterms:created xsi:type="dcterms:W3CDTF">2026-05-14T01:51:02Z</dcterms:created>
  <dcterms:modified xsi:type="dcterms:W3CDTF">2026-05-14T01:51:02Z</dcterms:modified>
</cp:coreProperties>
</file>